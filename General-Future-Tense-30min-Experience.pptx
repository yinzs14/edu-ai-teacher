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Future is Yours! 🚀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一般将来时 · General Future Tense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初中英语体验课 | 30分钟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914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🔮 掌握 will / be going to 的结构</a:t>
            </a:r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🎯 能区分"临时决定"和"事先计划"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🎤 能用将来时描述你的未来计划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 Capsule 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假如我们把现在的愿望放进时间胶囊，10年后打开...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will you be like in 10 years?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are you going to do this weekend?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【互动】随机问2-3位学生，允许中文回答，引出"将来"概念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Meet Tom! 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It's Friday. Tom is thinking about his weekend.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is going to play basketball on Saturday morning. (计划)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 mom calls: "Tom, can you wash the dishes?"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"Okay, I will do it right now." (临时决定)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【感受】两者都表将来，但感觉不一样！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 — 你的未来"万能钥匙"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肯定：I / You / He / She / It / We / They + will + V原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例：I will study hard.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否定：... + will not (won't) + V原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例：I won't give up.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疑问：Will + ... + V原?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例：Will you help me?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口诀："will后面动词原，否定won't疑问Will提"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Prediction — 我猜我猜我猜猜猜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think it will rain tomorrow. (基于看法)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Maybe she will be a doctor. (基于猜测)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sure we will win the game! (基于信心)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关键词：think / maybe / I'm sure / probably / I believe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Spontaneous Decision — 说做就做！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电话铃响 📞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Tom: "I'll answer it!"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妈妈敲门 🚪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Tom: "I'll open the door."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核心：说话时"刚想到、刚决定"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不是昨天计划的，是现在决定的！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Response ⚡ 快闪挑战！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看到图片，3秒内用 will 回答！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🌧️ 乌云 → I think it will rain.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🎂 生日蛋糕 → She will be happy.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奖杯 → We will win!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手机没电 → My phone will die.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🐱 猫看着鱼缸 → The cat will catch the fish!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going to — 你的未来"计划表"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肯定：I am / You are / He is + going to + V原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例：I am going to visit Beijing.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否定：... + am/are/is + not + going to + V原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例：He is not going to stay at home.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疑问：Am / Are / Is + ... + going to + V原?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例：Are you going to study tonight?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注意 be 动词的变化！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口诀："be going to 动词原，be变am/is/are不能忘"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Plan — 我早就想好啦！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going to visit my grandma this Sunday. (已经约好)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She's going to learn French next month. (已经报了班)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We're going to have a party. (已经准备了蛋糕)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关键词：this Sunday / next month / tonight / tomorrow / already planned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Evidence-based Prediction — 有图有真相！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will（无证据）：I think it will rain. (我只是觉得)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 going to（有证据）：Look at those black clouds! It's going to rain. (云已经在了！)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 no! The milk smells bad. It's going to go sour.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She's running very fast. She is going to win.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or Guess? 🕵️ 侦探判断！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I'm thirsty. → I ____ get you some water. (will)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She has bought a ticket. → She ____ fly to Paris. (is going to)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 think the movie ____ be boring. (will)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Look! The bus is coming. → It ____ stop soon. (is going to)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Can you help me? → Sure, I ____ help you. (will)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I've decided. → I ____ study medicine. (am going to)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终极对决！⚔️ will vs be going to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will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 going to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无证据，凭感觉/看法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有证据/迹象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说话时临时决定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事先计划好的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较远/不确定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较近/已确定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think, maybe, probably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look, already, plan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will call you. (随口)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I'm going to call you at 8. (已约定)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口诀：Will随口说未来，be going to计划来！没证据用will，有迹象用be going to。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Fair 2050 🏙️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每组（3-4人）设计一个"未来发明"或"未来学校"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必须包含至少 5个将来时句子（will / be going to 混合）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2分钟准备，1分钟展示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语言支架：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We are going to create a 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It will help people 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Students will be able to 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We are going to use 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 the future, ... will ...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Welcome to the Future Fair! 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每组1分钟展示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其他组做"评委"：用 👍 / 🌟 / 🎉 投票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评价维度：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✅ 语法正确性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✅ 创意指数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✅ 团队合作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 idea is amazing!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一般将来时 — 知识地图 🗺️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General Future Tense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will → 预测(think) / 临时决定(Oh!)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be going to → 计划(plan) / 有证据(Look!)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 结构 → will + V原 / be + going to + V原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 标志词 → tomorrow, next week, soon, in 2025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Your Challenge! 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 — 基础巩固（必做）：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完成 Worksheet：10道 will / be going to 填空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 — 能力提升（选做）：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写一段 "My Future Life"（50-80词）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至少包含 2个 will 和 2个 be going to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 — 创意挑战（挑战）：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画一张 "Future Me" 海报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用英语标注 5个未来计划/预测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future belongs to those who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believe in the beauty of their dreams. 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Eleanor Roosevelt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future starts today. What are you going to do?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2026-06-08T05:12:00Z</dcterms:created>
  <dcterms:modified xsi:type="dcterms:W3CDTF">2026-06-08T05:12:00Z</dcterms:modified>
</cp:coreProperties>
</file>